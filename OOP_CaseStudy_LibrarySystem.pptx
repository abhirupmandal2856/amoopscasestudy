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8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37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0"/>
            <a:ext cx="54864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&amp; Object-Oriented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315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Library Book Management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Shashank Giri (25BIT0217)  •  Abhirup Mandal (25BIT0229)  •  Yuvakrishun G (25BIT0245)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BACSE104   |   SLOT: B1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56632"/>
            <a:ext cx="9144000" cy="868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2340"/>
                </a:solidFill>
              </a:rPr>
              <a:t>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approach is inefficient and error-prone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2340"/>
                </a:solidFill>
              </a:rPr>
              <a:t>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scale with a growing book collection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234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tracking of member borrowings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2340"/>
                </a:solidFill>
              </a:rPr>
              <a:t>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enforcement of borrowing limits or availability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C++ OOP-based Library Management System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06240" cy="1005840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Book class with title, author, and availability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206240" cy="1005840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13432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59152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35915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Member class with private data and controlled public methods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206240" cy="1005840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83864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29584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529584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encapsulation to protect member name and borrowed count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206240" cy="1005840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4300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8872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1188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std::vector for dynamic, runtime-growing book 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13432"/>
            <a:ext cx="4206240" cy="1005840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13432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359152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35915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menu-driven console interface for borrow, add, view 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483864"/>
            <a:ext cx="4206240" cy="1005840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483864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529584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3529584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final status of all books and member profile on exit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&lt;vector&gt;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15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Class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27632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title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author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isAvailable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Book(), Book(t,a)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displayBook()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115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Class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627632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 name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 borrowedBooks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Member(n)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borrowBook()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showProfile()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274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function connects all three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— Part 1: Headers &amp; Book Class Attributes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274820"/>
          </a:xfrm>
          <a:prstGeom prst="rect">
            <a:avLst/>
          </a:prstGeom>
          <a:solidFill>
            <a:srgbClr val="0A1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&lt;vector&gt;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title;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author;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isAvailable;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Book(string t, string a)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 = 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author = a;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isAvailable = true;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 = "Unknown";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author = "Unknown";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isAvailable = false;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— Part 2: displayBook() &amp; Member Class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206240"/>
          </a:xfrm>
          <a:prstGeom prst="rect">
            <a:avLst/>
          </a:prstGeom>
          <a:solidFill>
            <a:srgbClr val="0A1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displayBook()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"Title: " &lt;&lt; title &lt;&lt; " | Author: 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author &lt;&lt; " | 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(isAvailable)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"Status: Available"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"Status: Checked Out"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Member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borrowedBooks;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Member(string n)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 = 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borrowedBooks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getName() { return name; 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— Part 3: borrowBook(), showProfile() &amp; main() Setup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206240"/>
          </a:xfrm>
          <a:prstGeom prst="rect">
            <a:avLst/>
          </a:prstGeom>
          <a:solidFill>
            <a:srgbClr val="0A1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borrowBook()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(borrowedBooks &lt; 3)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borrowedBooks++;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"Success! " &lt;&lt;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&lt;&lt; " borrowed the book."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name &lt;&lt; " cannot borrow more books 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&lt;&lt; "(Limit of 3 reached)."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showProfile()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"Member: " &lt;&lt;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" | Books Borrowed: " &lt;&lt; borrowedBooks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vector&lt;Book&gt; library;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tempTitle, tempAuthor, memberName;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choice;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— Part 4: Library Setup &amp; Member Registration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206240"/>
          </a:xfrm>
          <a:prstGeom prst="rect">
            <a:avLst/>
          </a:prstGeom>
          <a:solidFill>
            <a:srgbClr val="0A1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"========== LIBRARY SETUP =========="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3; i++)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"Enter title for Book 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(i + 1) &lt;&lt; ":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getline(cin, tempTitle);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"Enter author for Book 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(i + 1) &lt;&lt; ":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getline(cin, tempAuthor);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library.push_back(Book(tempTitle, tempAuthor));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"---"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"\n========== MEMBER SETUP =========="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"Enter the new member's name: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getline(cin, memberName);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Member student(memberName);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running = true;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— Part 5: Main While Loop &amp; Menu Display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206240"/>
          </a:xfrm>
          <a:prstGeom prst="rect">
            <a:avLst/>
          </a:prstGeom>
          <a:solidFill>
            <a:srgbClr val="0A1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(running)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"\n===== CURRENT CATALOG ====="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library.size(); i++)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"[" &lt;&lt; (i + 1) &lt;&lt; "]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library[i].displayBook();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student.showProfile();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"\n--- MENU ---\n";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"1. Borrow a Book\n";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"2. Add a New Book to Library\n";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"3. Exit System\n";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"Choice: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 &gt;&gt; choice;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cin.ignore();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(choice) {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— Part 6: Switch Cases 1 &amp; 2 (Borrow &amp; Add Book)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206240"/>
          </a:xfrm>
          <a:prstGeom prst="rect">
            <a:avLst/>
          </a:prstGeom>
          <a:solidFill>
            <a:srgbClr val="0A1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bookNum;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"\nEnter the number of the book: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cin &gt;&gt; bookNum;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index = bookNum - 1;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(index &gt;= 0 &amp;&amp; index &lt; library.size())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(library[index].isAvailable)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library[index].isAvailable = false;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student.borrowBook();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cout &lt;&lt; "Sorry, already checked out." &lt;&lt; endl;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 else { cout &lt;&lt; "Invalid book number!" &lt;&lt; endl;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2: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"\n--- ADDING NEW BOOK ---" &lt;&lt; endl;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"Enter title: "; getline(cin, tempTitle);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"Enter author: "; getline(cin, tempAuthor);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library.push_back(Book(tempTitle, tempAuthor));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"Book added successfully!" &lt;&lt; endl;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— Part 7: Case 3, Final Status &amp; Program End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206240"/>
          </a:xfrm>
          <a:prstGeom prst="rect">
            <a:avLst/>
          </a:prstGeom>
          <a:solidFill>
            <a:srgbClr val="0A152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3: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running = false;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"Invalid option!"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  // end switch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  // end while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"\n========== FINAL STATUS =========="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library.size(); i++)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"[" &lt;&lt; (i + 1) &lt;&lt; "]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library[i].displayBook();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student.showProfile();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// end main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— Book Class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754880" cy="3840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70432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title;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author;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isAvailable;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Book(string t, string a)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 = a;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isAvailable = true;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Book()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"Unknown";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isAvailable = false;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displayBook() { ...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12080" y="1115568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0" y="111556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1338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49240" y="13898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 (string), isAvailable (bool) — each Book object holds its own values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2029968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0" y="202996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0482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Constructor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23042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when Book(t, a) is used — sets values and marks book as available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2944368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294436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9626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Constructor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32186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for Book() — sets 'Unknown' defaults, isAvailable = false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858768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385876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8770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displayBook()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41330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title, author, and availability status using if-else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Encapsulation &amp; Member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389120" cy="3840480"/>
          </a:xfrm>
          <a:prstGeom prst="rect">
            <a:avLst/>
          </a:prstGeom>
          <a:solidFill>
            <a:srgbClr val="0F1B2D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70432"/>
            <a:ext cx="4160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Member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name;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borrowedBooks;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Member(string n)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n;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borrowedBooks = 0;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getName()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borrowBook()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(borrowedBooks &lt; 3)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borrowedBooks++;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 /* limit */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showProfile() { ...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46320" y="1115568"/>
            <a:ext cx="4023360" cy="804672"/>
          </a:xfrm>
          <a:prstGeom prst="rect">
            <a:avLst/>
          </a:prstGeom>
          <a:solidFill>
            <a:srgbClr val="1E305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1338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0" y="13898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borrowedBooks hidden from outside — only class methods can access them directly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029968"/>
            <a:ext cx="4023360" cy="804672"/>
          </a:xfrm>
          <a:prstGeom prst="rect">
            <a:avLst/>
          </a:prstGeom>
          <a:solidFill>
            <a:srgbClr val="1E305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0482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23042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method — safely exposes the private name without allowing it to be changed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944368"/>
            <a:ext cx="4023360" cy="804672"/>
          </a:xfrm>
          <a:prstGeom prst="rect">
            <a:avLst/>
          </a:prstGeom>
          <a:solidFill>
            <a:srgbClr val="1E305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9626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borrowBook()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32186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the 3-book borrow limit internally — business logic lives with the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858768"/>
            <a:ext cx="4023360" cy="804672"/>
          </a:xfrm>
          <a:prstGeom prst="rect">
            <a:avLst/>
          </a:prstGeom>
          <a:solidFill>
            <a:srgbClr val="1E305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8770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showProfile()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41330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read-only display of private data (name + borrowedBooks)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Logic — std::vector &amp; main() Execution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206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95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vector&lt;Book&gt; library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array — grows automatically as books are added. No fixed size needed unlike plain arrays.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42062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795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push_back()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a new Book object to the end of the vector at runtime. Automatically resizes memory.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04872"/>
            <a:ext cx="420624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41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library.size()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706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number of books. Used as the loop bound so every book is displayed.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404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404872"/>
            <a:ext cx="420624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41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cin.ignore()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7706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the leftover newline after cin &gt;&gt; so the next getline() reads correctly.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66744"/>
            <a:ext cx="4206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03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325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&gt;= 0 &amp;&amp; index &lt; library.size() prevents out-of-bounds crashes before accessing the vector.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6667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66744"/>
            <a:ext cx="42062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03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running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0325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 flag — set to false on case 3 to exit the while loop cleanly.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Walkthrough — Phases 1–3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33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01: Library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title for Book 1: The Great Gatsby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author for Book 1: F. Scott Fitzgerald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[repeats for Books 2 &amp; 3]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1417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 loop runs 3x; push_back() adds each Book to vector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85953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9152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791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95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02: Member Registration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7249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the new member's name: Alice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26791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 student("Alice") created; borrowedBooks =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21024"/>
            <a:ext cx="85953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21024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410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03: First Menu Iteration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98678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The Great Gatsby | F. Scott Fitz. | Available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To Kill a Mockingbird | Harper Lee | Available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1984 | George Orwell | Available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Member: Alice | Books Borrowed: 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394106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while loop starts; displayBook() called for each book; showProfile() called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Walkthrough — Phases 4–6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33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04: Borrowing Book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the number of the book: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Success! Alice borrowed the book.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1417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index = 0; isAvailable set to false; borrowedBooks →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85953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9152"/>
            <a:ext cx="502920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791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95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05: Updated Catalog Display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7249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The Great Gatsby | Checked 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To Kill a Mockingbird | Available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1984 | Available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Member: Alice | Books Borrowed: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26791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library[0].isAvailable is false → displayBook() prints 'Checked Out'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21024"/>
            <a:ext cx="8595360" cy="1143000"/>
          </a:xfrm>
          <a:prstGeom prst="rect">
            <a:avLst/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21024"/>
            <a:ext cx="502920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410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06: Adding a New Book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98678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title: Brave New World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author: Aldous Huxley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added successfully!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394106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push_back() appends 4th book; vector grows from 3 to 4 elements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Walkthrough — Phases 7–10 (Final)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868680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4572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1155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07: 4-Book Catalog &amp; More Borrowing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371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Brave New World | Aldous Huxley | 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Success! Alice borrowed the book. (Book 3)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0" y="13075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library.size() = 4; loop iterates 4x; borrowedBooks →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8595360" cy="868680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48256"/>
            <a:ext cx="4572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20848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08: Re-Borrow Already Checked Out Book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3408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Choice: 1  →  Enter book number: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Sorry, that book is already checked out.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0" y="22768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library[0].isAvailable is false → else branch executes; counter unchanged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8595360" cy="868680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17520"/>
            <a:ext cx="4572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05409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09: 3-Book Limit Enforced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Success! Alice borrowed Book 2. (borrowedBooks = 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cannot borrow more books (Limit of 3 reached).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borrowBook() else branch fires when borrowedBooks &gt;=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8595360" cy="868680"/>
          </a:xfrm>
          <a:prstGeom prst="rect">
            <a:avLst/>
          </a:prstGeom>
          <a:solidFill>
            <a:srgbClr val="16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986784"/>
            <a:ext cx="4572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02336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10: Exit &amp; Final Status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4279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Great Gatsby | Checked Out  [2] Mockingbird | Checked 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1984 | Checked Out  [4] Brave New World | 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Member: Alice | Books Borrowed: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42153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running = false; while exits; final for loop runs; return 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Output-to-Code Mapping Table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690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Responsible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SETUP 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 &lt;&lt; "=== LIBRARY SETUP ==="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before the 3-book for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Title: ... |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displayBook() — if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isAvailable is true → prints 'Available'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Title: ... | Checked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displayBook() — else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isAvailable is false → 'Checked Out'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Member: Alice | Borrowed: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showProfile()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private name and borrowedBooks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Success! Alice borrowed...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borrowBook() — if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borrowedBooks &lt; 3 → counter increments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checked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 — else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library[index].isAvailable was 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borrow more books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borrowBook() — else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borrowedBooks &gt;= 3, limit enforced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added successfully!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2 — push_back()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Book appended to vector dynamically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new book in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library.size() in for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grew; loop now iterates 4 times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STATUS 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 &lt;&lt; "=== FINAL STATUS ==="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after while loop exits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0;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exits with success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Key C++ Concepts Covered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874520"/>
          </a:xfrm>
          <a:prstGeom prst="rect">
            <a:avLst/>
          </a:prstGeom>
          <a:solidFill>
            <a:srgbClr val="1E305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206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(Classes &amp; Objects)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keyword, public access specifier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and bool data members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&amp; default constructors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displayBook() method, if-else output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206240" cy="1874520"/>
          </a:xfrm>
          <a:prstGeom prst="rect">
            <a:avLst/>
          </a:prstGeom>
          <a:solidFill>
            <a:srgbClr val="1E305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420624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(Encapsulation)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access specifier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method getName()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limit enforced in borrowBook()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showProfile() for controlled display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borrowedBooks counter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206240" cy="1874520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017520"/>
            <a:ext cx="4206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63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Logic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(Arrays &amp; Execution)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8444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 dynamic array, push_back()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with size(), while with bool flag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menu, cin.ignore(), getline()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0-based index validation, return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206240" cy="1874520"/>
          </a:xfrm>
          <a:prstGeom prst="rect">
            <a:avLst/>
          </a:prstGeom>
          <a:solidFill>
            <a:srgbClr val="1E305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17520"/>
            <a:ext cx="420624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63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(Execution Walkthrough)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58444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execution phases traced end-to-end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mapped to exact code statements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flag &amp; borrow limit demo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vector growth, final status display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study presented a fully functional Library Book Management System built in C++ using Object-Oriented Programming principles.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694944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137160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0784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Class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1700784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two constructors and displayBook() — establishing the data blueprint for every 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94944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68880"/>
            <a:ext cx="137160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05456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Class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505456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attributes + public methods — encapsulation protects data integrity and enforces the 3-book borrow limit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73552"/>
            <a:ext cx="8412480" cy="694944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73552"/>
            <a:ext cx="137160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Function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331012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vector catalog, user-driven while loop menu, switch statement handling all system operations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078224"/>
            <a:ext cx="8412480" cy="694944"/>
          </a:xfrm>
          <a:prstGeom prst="rect">
            <a:avLst/>
          </a:prstGeom>
          <a:solidFill>
            <a:srgbClr val="1E30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078224"/>
            <a:ext cx="137160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411480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phases mapped end-to-end — every printed line linked back to the exact code statement that produced 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45736"/>
            <a:ext cx="8229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readable, and extensible C++ program — demonstrating that OOP principles produce better software.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2519</Words>
  <Application>Microsoft Office PowerPoint</Application>
  <PresentationFormat>On-screen Show (16:9)</PresentationFormat>
  <Paragraphs>413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Book Management System - OOP Case Study</dc:title>
  <dc:subject>PptxGenJS Presentation</dc:subject>
  <dc:creator>PptxGenJS</dc:creator>
  <cp:lastModifiedBy>Abhirup Mandal 25BIT0229</cp:lastModifiedBy>
  <cp:revision>2</cp:revision>
  <dcterms:created xsi:type="dcterms:W3CDTF">2026-04-13T03:57:41Z</dcterms:created>
  <dcterms:modified xsi:type="dcterms:W3CDTF">2026-04-13T04:08:05Z</dcterms:modified>
</cp:coreProperties>
</file>